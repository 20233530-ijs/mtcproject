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21A2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274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MTC Chain  —  강재 이력 관리 시스템 전체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840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Ethereum Sepolia  ·  OpenZeppelin AccessControl  ·  IPFS/Pinata  ·  Cloudflare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1234440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8632" y="82296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Solidity 0.8.24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347472"/>
            <a:ext cx="1645920" cy="21945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8632" y="356616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React 18 + ethers.js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" y="731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참여자 (Actors)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987552"/>
            <a:ext cx="2103120" cy="749808"/>
          </a:xfrm>
          <a:prstGeom prst="rect">
            <a:avLst/>
          </a:prstGeom>
          <a:solidFill>
            <a:srgbClr val="0C234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2412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335024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역할 부여·회수
DEFAULT_ADMIN_ROLE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1874519"/>
            <a:ext cx="2103120" cy="749808"/>
          </a:xfrm>
          <a:prstGeom prst="rect">
            <a:avLst/>
          </a:prstGeom>
          <a:solidFill>
            <a:srgbClr val="1D4ED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1911095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Mill  (제강사)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2221991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MTC 발행
MILL_ROLE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" y="2761488"/>
            <a:ext cx="2103120" cy="749808"/>
          </a:xfrm>
          <a:prstGeom prst="rect">
            <a:avLst/>
          </a:prstGeom>
          <a:solidFill>
            <a:srgbClr val="059669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279806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Fabricator
(가공사)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310896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분할 / 조합
FABRICATOR_ROLE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" y="3794760"/>
            <a:ext cx="2103120" cy="749808"/>
          </a:xfrm>
          <a:prstGeom prst="rect">
            <a:avLst/>
          </a:prstGeom>
          <a:solidFill>
            <a:srgbClr val="D97706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3831336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Integrator
(통합사)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414223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사용 등록
INTEGRATOR_ROLE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" y="4754880"/>
            <a:ext cx="2103120" cy="749808"/>
          </a:xfrm>
          <a:prstGeom prst="rect">
            <a:avLst/>
          </a:prstGeom>
          <a:solidFill>
            <a:srgbClr val="6B728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91456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Auditor
(감사)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10235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이력 조회 (누구나)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731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비즈니스 플로우 (Business Flow)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987552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95728" y="987552"/>
            <a:ext cx="73152" cy="74980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1024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① 역할 부여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13075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grantMill() / grantFabricator() / grantIntegrator()
→ AccessControl에 역할 등록, RoleGranted 이벤트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1874519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95728" y="1874519"/>
            <a:ext cx="73152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191109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② MTC 발행  (issueMtc)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1945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PDF 해시(SHA-256) 계산 → Pinata에 PDF 업로드(IPFS CID 획득)
→ issueMtc(steelId, weight, ipfsCid, pdfHash) 호출 → SteelMinted 이벤트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5728" y="2761488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761488"/>
            <a:ext cx="73152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2798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③ 소유권 이전  (transferOwnership)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08152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transferOwnership(steelId, to) → ACTIVE 강재의 owner 변경
→ SteelOwnershipTransferred 이벤트 발생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3703320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95728" y="3703320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④-a 분할  splitSteel
④-b 조합  combineSteel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023359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splitSteel(parentId, childWeights[]) : 부모 → SPLIT, 자식 ACTIVE 생성
combineSteel(parentIds[], childId, weight, cid, hash) : 부모들 → COMBINED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95728" y="4754880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95728" y="4754880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4791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⑤ 사용 등록  (markAsUsed)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0749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markAsUsed(steelId, productId) → 상태 ACTIVE → USED
productMap[productId] = steelId 저장, SteelUsed 이벤트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95728" y="5669280"/>
            <a:ext cx="5266944" cy="749808"/>
          </a:xfrm>
          <a:prstGeom prst="rect">
            <a:avLst/>
          </a:prstGeom>
          <a:solidFill>
            <a:srgbClr val="121A2E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95728" y="5669280"/>
            <a:ext cx="73152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14600" y="57058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⑥ 이력 조회  (Ancestry Tree)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59893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getSteel() / getParents() / getChildren() / getSteelByProduct()
재귀 트리 탐색 → React Flow 시각화 + PDF 원본 IPFS 검증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0" y="1755648"/>
            <a:ext cx="0" cy="12801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029200" y="2633472"/>
            <a:ext cx="0" cy="12801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9200" y="3547872"/>
            <a:ext cx="0" cy="128015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029200" y="4590288"/>
            <a:ext cx="0" cy="128015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29200" y="5513832"/>
            <a:ext cx="0" cy="128016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892040" y="4169663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97706"/>
                </a:solidFill>
              </a:rPr>
              <a:t>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7315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기술 스택 (Tech Stack)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73568" y="987552"/>
            <a:ext cx="4005072" cy="594360"/>
          </a:xfrm>
          <a:prstGeom prst="rect">
            <a:avLst/>
          </a:prstGeom>
          <a:solidFill>
            <a:srgbClr val="121A2E"/>
          </a:solidFill>
          <a:ln w="9525">
            <a:solidFill>
              <a:srgbClr val="E25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73568" y="987552"/>
            <a:ext cx="64008" cy="594360"/>
          </a:xfrm>
          <a:prstGeom prst="rect">
            <a:avLst/>
          </a:prstGeom>
          <a:solidFill>
            <a:srgbClr val="E25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83296" y="10241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MetaMask Wallet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83296" y="126187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사용자 서명(sign)
EIP-712 트랜잭션 승인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8" y="1737360"/>
            <a:ext cx="4005072" cy="594360"/>
          </a:xfrm>
          <a:prstGeom prst="rect">
            <a:avLst/>
          </a:prstGeom>
          <a:solidFill>
            <a:srgbClr val="121A2E"/>
          </a:solidFill>
          <a:ln w="9525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73568" y="1737360"/>
            <a:ext cx="64008" cy="594360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83296" y="17739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Frontend
React 18 + Vite 5 + Tailwind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83296" y="2011679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ethers.js v6  Contract 호출
React Flow v11  Ancestry Tree
Cloudflare Pages  호스팅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73568" y="2834640"/>
            <a:ext cx="4005072" cy="594360"/>
          </a:xfrm>
          <a:prstGeom prst="rect">
            <a:avLst/>
          </a:prstGeom>
          <a:solidFill>
            <a:srgbClr val="121A2E"/>
          </a:solidFill>
          <a:ln w="9525">
            <a:solidFill>
              <a:srgbClr val="F48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73568" y="2834640"/>
            <a:ext cx="64008" cy="594360"/>
          </a:xfrm>
          <a:prstGeom prst="rect">
            <a:avLst/>
          </a:prstGeom>
          <a:solidFill>
            <a:srgbClr val="F48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83296" y="28712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Cloudflare Workers  (API Proxy)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83296" y="310896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CORS 처리 + 비밀키 보호
Pinata API 호출 중계
KV  productId 메타데이터 저장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73568" y="3703320"/>
            <a:ext cx="4005072" cy="960120"/>
          </a:xfrm>
          <a:prstGeom prst="rect">
            <a:avLst/>
          </a:prstGeom>
          <a:solidFill>
            <a:srgbClr val="121A2E"/>
          </a:solidFill>
          <a:ln w="9525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73568" y="3703320"/>
            <a:ext cx="64008" cy="960120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83296" y="37398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Ethereum Sepolia  (Smart Contract)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83296" y="3977639"/>
            <a:ext cx="3840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MtcRegistry.sol — AccessControl
주요 함수: issueMtc · transferOwnership
         splitSteel · combineSteel · markAsUsed
이벤트: SteelMinted · SteelSplit · SteelCombined · SteelUsed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73568" y="5074920"/>
            <a:ext cx="4005072" cy="594360"/>
          </a:xfrm>
          <a:prstGeom prst="rect">
            <a:avLst/>
          </a:prstGeom>
          <a:solidFill>
            <a:srgbClr val="121A2E"/>
          </a:solidFill>
          <a:ln w="9525">
            <a:solidFill>
              <a:srgbClr val="11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73568" y="5074920"/>
            <a:ext cx="64008" cy="594360"/>
          </a:xfrm>
          <a:prstGeom prst="rect">
            <a:avLst/>
          </a:prstGeom>
          <a:solidFill>
            <a:srgbClr val="11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83296" y="51114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IPFS / Pinata  (분산 저장소)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534924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2E8F0"/>
                </a:solidFill>
              </a:rPr>
              <a:t>MTC PDF 원본 업로드 → CID 반환
onchain pdfHash(SHA-256) 검증
불변 이력 보장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976104" y="1591056"/>
            <a:ext cx="0" cy="118872"/>
          </a:xfrm>
          <a:prstGeom prst="line">
            <a:avLst/>
          </a:prstGeom>
          <a:ln w="19050">
            <a:solidFill>
              <a:srgbClr val="4A5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976104" y="2340864"/>
            <a:ext cx="0" cy="118872"/>
          </a:xfrm>
          <a:prstGeom prst="line">
            <a:avLst/>
          </a:prstGeom>
          <a:ln w="19050">
            <a:solidFill>
              <a:srgbClr val="4A5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76104" y="3438144"/>
            <a:ext cx="0" cy="118871"/>
          </a:xfrm>
          <a:prstGeom prst="line">
            <a:avLst/>
          </a:prstGeom>
          <a:ln w="19050">
            <a:solidFill>
              <a:srgbClr val="4A5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976104" y="4663440"/>
            <a:ext cx="0" cy="118872"/>
          </a:xfrm>
          <a:prstGeom prst="line">
            <a:avLst/>
          </a:prstGeom>
          <a:ln w="19050">
            <a:solidFill>
              <a:srgbClr val="4A5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976104" y="5678424"/>
            <a:ext cx="0" cy="118872"/>
          </a:xfrm>
          <a:prstGeom prst="line">
            <a:avLst/>
          </a:prstGeom>
          <a:ln w="19050">
            <a:solidFill>
              <a:srgbClr val="4A5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" y="6528816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38BDF8"/>
                </a:solidFill>
              </a:rPr>
              <a:t>상태 머신:  ACTIVE  →  SPLIT / COMBINED / USED  (불가역)    |  무게 보존:  분할 손실 ≤ 10%,  조합 손실 ≤ 15%    |  온체인 검증:  pdfHash(bytes32) = keccak256 or SHA-256    |  역할 검증:  onlyRole() → AccessControlUnauthorizedAccount revert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